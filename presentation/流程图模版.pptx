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267585" y="634365"/>
            <a:ext cx="76574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微软雅黑" charset="0"/>
                <a:ea typeface="微软雅黑" charset="0"/>
                <a:cs typeface="微软雅黑" charset="0"/>
              </a:rPr>
              <a:t>研究</a:t>
            </a:r>
            <a:r>
              <a:rPr lang="en-US" altLang="zh-CN" sz="3200" b="1">
                <a:latin typeface="微软雅黑" charset="0"/>
                <a:ea typeface="微软雅黑" charset="0"/>
                <a:cs typeface="微软雅黑" charset="0"/>
              </a:rPr>
              <a:t>/</a:t>
            </a:r>
            <a:r>
              <a:rPr lang="zh-CN" altLang="en-US" sz="3200" b="1">
                <a:latin typeface="微软雅黑" charset="0"/>
                <a:ea typeface="微软雅黑" charset="0"/>
                <a:cs typeface="微软雅黑" charset="0"/>
              </a:rPr>
              <a:t>应用调整</a:t>
            </a:r>
            <a:r>
              <a:rPr lang="en-US" altLang="zh-CN" sz="3200" b="1">
                <a:latin typeface="微软雅黑" charset="0"/>
                <a:ea typeface="微软雅黑" charset="0"/>
                <a:cs typeface="微软雅黑" charset="0"/>
              </a:rPr>
              <a:t>：</a:t>
            </a:r>
            <a:r>
              <a:rPr lang="zh-CN" altLang="en-US" sz="3200" b="1">
                <a:latin typeface="微软雅黑" charset="0"/>
                <a:ea typeface="微软雅黑" charset="0"/>
                <a:cs typeface="微软雅黑" charset="0"/>
              </a:rPr>
              <a:t>基于</a:t>
            </a:r>
            <a:r>
              <a:rPr lang="en-US" altLang="zh-CN" sz="3200" b="1">
                <a:latin typeface="微软雅黑" charset="0"/>
                <a:ea typeface="微软雅黑" charset="0"/>
                <a:cs typeface="微软雅黑" charset="0"/>
              </a:rPr>
              <a:t>XXX</a:t>
            </a:r>
            <a:r>
              <a:rPr lang="zh-CN" altLang="en-US" sz="3200" b="1">
                <a:latin typeface="微软雅黑" charset="0"/>
                <a:ea typeface="微软雅黑" charset="0"/>
                <a:cs typeface="微软雅黑" charset="0"/>
              </a:rPr>
              <a:t>的</a:t>
            </a:r>
            <a:r>
              <a:rPr lang="en-US" altLang="zh-CN" sz="3200" b="1">
                <a:latin typeface="微软雅黑" charset="0"/>
                <a:ea typeface="微软雅黑" charset="0"/>
                <a:cs typeface="微软雅黑" charset="0"/>
              </a:rPr>
              <a:t>XXX</a:t>
            </a:r>
            <a:endParaRPr lang="en-US" altLang="zh-CN" sz="3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86410" y="1873250"/>
            <a:ext cx="3164840" cy="4563110"/>
          </a:xfrm>
          <a:prstGeom prst="roundRect">
            <a:avLst/>
          </a:prstGeom>
          <a:ln w="19050" cap="flat" cmpd="sng" algn="ctr">
            <a:solidFill>
              <a:schemeClr val="tx1"/>
            </a:solidFill>
            <a:prstDash val="sys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01090" y="2177415"/>
            <a:ext cx="21043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latin typeface="微软雅黑" charset="0"/>
                <a:ea typeface="微软雅黑" charset="0"/>
              </a:rPr>
              <a:t>研究重点</a:t>
            </a:r>
            <a:endParaRPr lang="zh-CN" altLang="en-US" sz="2400" b="1">
              <a:latin typeface="微软雅黑" charset="0"/>
              <a:ea typeface="微软雅黑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53110" y="2757805"/>
            <a:ext cx="2661285" cy="86423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</a:rPr>
              <a:t>研究重点一</a:t>
            </a:r>
            <a:endParaRPr lang="zh-CN" altLang="en-US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</a:rPr>
              <a:t>XXXX</a:t>
            </a:r>
            <a:endParaRPr lang="en-US" altLang="zh-CN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53110" y="3996055"/>
            <a:ext cx="2661285" cy="86423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研究重点二</a:t>
            </a:r>
            <a:endParaRPr lang="zh-CN" altLang="en-US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XXXXX</a:t>
            </a:r>
            <a:endParaRPr lang="en-US" altLang="zh-CN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53110" y="5161915"/>
            <a:ext cx="2661285" cy="86423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研究重点三</a:t>
            </a:r>
            <a:endParaRPr lang="zh-CN" altLang="en-US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XXXXX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4083685" y="1873250"/>
            <a:ext cx="3397250" cy="4563110"/>
          </a:xfrm>
          <a:prstGeom prst="roundRect">
            <a:avLst/>
          </a:prstGeom>
          <a:ln w="19050" cap="flat" cmpd="sng" algn="ctr">
            <a:solidFill>
              <a:schemeClr val="tx1"/>
            </a:solidFill>
            <a:prstDash val="sys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350385" y="2177415"/>
            <a:ext cx="29978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latin typeface="微软雅黑" charset="0"/>
                <a:ea typeface="微软雅黑" charset="0"/>
              </a:rPr>
              <a:t>研究思路与解决</a:t>
            </a:r>
            <a:r>
              <a:rPr lang="zh-CN" altLang="en-US" sz="2400" b="1">
                <a:latin typeface="微软雅黑" charset="0"/>
                <a:ea typeface="微软雅黑" charset="0"/>
              </a:rPr>
              <a:t>方案</a:t>
            </a:r>
            <a:endParaRPr lang="zh-CN" altLang="en-US" sz="2400" b="1">
              <a:latin typeface="微软雅黑" charset="0"/>
              <a:ea typeface="微软雅黑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350385" y="2757805"/>
            <a:ext cx="2856230" cy="86423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</a:rPr>
              <a:t>采用了</a:t>
            </a:r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</a:rPr>
              <a:t>XXX</a:t>
            </a:r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</a:rPr>
              <a:t>技术</a:t>
            </a:r>
            <a:endParaRPr lang="zh-CN" altLang="en-US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</a:rPr>
              <a:t>达到了</a:t>
            </a:r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</a:rPr>
              <a:t>XXXX</a:t>
            </a:r>
            <a:endParaRPr lang="en-US" altLang="zh-CN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350385" y="3996055"/>
            <a:ext cx="2856230" cy="86423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结合</a:t>
            </a:r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XXXX</a:t>
            </a:r>
            <a:endParaRPr lang="en-US" altLang="zh-CN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提出了</a:t>
            </a:r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XXX</a:t>
            </a:r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分析</a:t>
            </a:r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方法</a:t>
            </a:r>
            <a:endParaRPr lang="zh-CN" altLang="en-US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350385" y="5161915"/>
            <a:ext cx="2856230" cy="86423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提出了</a:t>
            </a:r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XXX</a:t>
            </a:r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研究方案</a:t>
            </a:r>
            <a:endParaRPr lang="zh-CN" altLang="en-US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解决了</a:t>
            </a:r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XXXXX</a:t>
            </a:r>
            <a:endParaRPr lang="zh-CN" altLang="en-US"/>
          </a:p>
        </p:txBody>
      </p:sp>
      <p:cxnSp>
        <p:nvCxnSpPr>
          <p:cNvPr id="16" name="直接箭头连接符 15"/>
          <p:cNvCxnSpPr>
            <a:stCxn id="8" idx="3"/>
            <a:endCxn id="13" idx="1"/>
          </p:cNvCxnSpPr>
          <p:nvPr/>
        </p:nvCxnSpPr>
        <p:spPr>
          <a:xfrm>
            <a:off x="3414395" y="3190240"/>
            <a:ext cx="93599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圆角矩形 21"/>
          <p:cNvSpPr/>
          <p:nvPr/>
        </p:nvSpPr>
        <p:spPr>
          <a:xfrm>
            <a:off x="7913370" y="1873250"/>
            <a:ext cx="4097020" cy="4563110"/>
          </a:xfrm>
          <a:prstGeom prst="roundRect">
            <a:avLst/>
          </a:prstGeom>
          <a:ln w="19050" cap="flat" cmpd="sng" algn="ctr">
            <a:solidFill>
              <a:schemeClr val="tx1"/>
            </a:solidFill>
            <a:prstDash val="sys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8142605" y="2757805"/>
            <a:ext cx="2263140" cy="86423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</a:rPr>
              <a:t>预期目标</a:t>
            </a:r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</a:rPr>
              <a:t>1</a:t>
            </a:r>
            <a:b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</a:rPr>
            </a:br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</a:rPr>
              <a:t>XXX</a:t>
            </a:r>
            <a:endParaRPr lang="en-US" altLang="zh-CN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8150225" y="3996055"/>
            <a:ext cx="2263140" cy="86423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预期目标</a:t>
            </a:r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2</a:t>
            </a:r>
            <a:endParaRPr lang="en-US" altLang="zh-CN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XXX</a:t>
            </a:r>
            <a:endParaRPr lang="en-US" altLang="zh-CN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158480" y="5161915"/>
            <a:ext cx="2292350" cy="86423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预期目标</a:t>
            </a:r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3</a:t>
            </a:r>
            <a:endParaRPr lang="en-US" altLang="zh-CN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XXX</a:t>
            </a:r>
            <a:endParaRPr lang="en-US" altLang="zh-CN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488680" y="217678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微软雅黑" charset="0"/>
                <a:ea typeface="微软雅黑" charset="0"/>
              </a:rPr>
              <a:t>研究目标与预期成果</a:t>
            </a:r>
            <a:endParaRPr lang="zh-CN" altLang="en-US" sz="2400" b="1">
              <a:latin typeface="微软雅黑" charset="0"/>
              <a:ea typeface="微软雅黑" charset="0"/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>
            <a:off x="3414395" y="4428490"/>
            <a:ext cx="93599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3414395" y="5626735"/>
            <a:ext cx="93599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7206615" y="3190240"/>
            <a:ext cx="93599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7206615" y="4428490"/>
            <a:ext cx="93599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>
            <a:off x="7219950" y="5591810"/>
            <a:ext cx="93599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右大括号 37"/>
          <p:cNvSpPr/>
          <p:nvPr/>
        </p:nvSpPr>
        <p:spPr>
          <a:xfrm>
            <a:off x="10441305" y="3195955"/>
            <a:ext cx="338455" cy="2399665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10807065" y="2757170"/>
            <a:ext cx="1075055" cy="32689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</a:rPr>
              <a:t>该成果</a:t>
            </a:r>
            <a:endParaRPr lang="zh-CN" altLang="en-US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</a:rPr>
              <a:t>XXX</a:t>
            </a:r>
            <a:b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</a:rPr>
            </a:br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</a:rPr>
              <a:t>XXX</a:t>
            </a:r>
            <a:endParaRPr lang="en-US" altLang="zh-CN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89890" y="1442720"/>
            <a:ext cx="11688445" cy="523430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</Words>
  <Application>WPS 演示</Application>
  <PresentationFormat>宽屏</PresentationFormat>
  <Paragraphs>37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汉仪旗黑</vt:lpstr>
      <vt:lpstr>苹方-简</vt:lpstr>
      <vt:lpstr>微软雅黑</vt:lpstr>
      <vt:lpstr>宋体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梁骁</cp:lastModifiedBy>
  <cp:revision>167</cp:revision>
  <dcterms:created xsi:type="dcterms:W3CDTF">2026-06-02T14:07:29Z</dcterms:created>
  <dcterms:modified xsi:type="dcterms:W3CDTF">2026-06-02T14:07:29Z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2052-7.4.1.8983</vt:lpwstr>
  </property>
  <property fmtid="{D5CDD505-2E9C-101B-9397-08002B2CF9AE}" pid="3" name="ICV">
    <vt:lpwstr>C2FA7AE765468FF1A1E31E6AB000A4DE_43</vt:lpwstr>
  </property>
</Properties>
</file>